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House Hunt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Finding Your Perfect Rental Home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Web-based rental recommendation system using 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rental search is inefficient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filtering and rent prediction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Streamlit, Pandas, 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ML Model → Recommendations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Collection → Preprocessing → Training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Linear Regression for rent prediction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Budget filter, Location filter, Bedroom filter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Time-saving, Accurate prediction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Mobile app, Advanced ML models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rental recommendation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